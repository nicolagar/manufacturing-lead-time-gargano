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6eb09471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6eb09471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>
            <a:stCxn id="55" idx="3"/>
            <a:endCxn id="56" idx="1"/>
          </p:cNvCxnSpPr>
          <p:nvPr/>
        </p:nvCxnSpPr>
        <p:spPr>
          <a:xfrm>
            <a:off x="7615500" y="2010125"/>
            <a:ext cx="484500" cy="606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/>
          <p:nvPr/>
        </p:nvSpPr>
        <p:spPr>
          <a:xfrm>
            <a:off x="354900" y="435800"/>
            <a:ext cx="1044000" cy="33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F05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766275" y="712875"/>
            <a:ext cx="4296900" cy="21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F07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914250" y="1106752"/>
            <a:ext cx="437100" cy="141900"/>
          </a:xfrm>
          <a:prstGeom prst="rect">
            <a:avLst/>
          </a:prstGeom>
          <a:solidFill>
            <a:schemeClr val="lt2"/>
          </a:solidFill>
          <a:ln cap="flat" cmpd="sng" w="4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275" lIns="38275" spcFirstLastPara="1" rIns="38275" wrap="square" tIns="3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586"/>
              <a:t>F07_01</a:t>
            </a:r>
            <a:endParaRPr sz="586"/>
          </a:p>
        </p:txBody>
      </p:sp>
      <p:sp>
        <p:nvSpPr>
          <p:cNvPr id="60" name="Google Shape;60;p13"/>
          <p:cNvSpPr/>
          <p:nvPr/>
        </p:nvSpPr>
        <p:spPr>
          <a:xfrm>
            <a:off x="2928320" y="1525775"/>
            <a:ext cx="972300" cy="544200"/>
          </a:xfrm>
          <a:prstGeom prst="rect">
            <a:avLst/>
          </a:prstGeom>
          <a:solidFill>
            <a:schemeClr val="lt2"/>
          </a:solidFill>
          <a:ln cap="flat" cmpd="sng" w="4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275" lIns="38275" spcFirstLastPara="1" rIns="38275" wrap="square" tIns="3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586">
                <a:solidFill>
                  <a:schemeClr val="dk1"/>
                </a:solidFill>
              </a:rPr>
              <a:t>F07_04</a:t>
            </a:r>
            <a:endParaRPr sz="586"/>
          </a:p>
        </p:txBody>
      </p:sp>
      <p:cxnSp>
        <p:nvCxnSpPr>
          <p:cNvPr id="61" name="Google Shape;61;p13"/>
          <p:cNvCxnSpPr>
            <a:stCxn id="59" idx="3"/>
            <a:endCxn id="62" idx="1"/>
          </p:cNvCxnSpPr>
          <p:nvPr/>
        </p:nvCxnSpPr>
        <p:spPr>
          <a:xfrm>
            <a:off x="2351350" y="1177702"/>
            <a:ext cx="221400" cy="600"/>
          </a:xfrm>
          <a:prstGeom prst="bentConnector3">
            <a:avLst>
              <a:gd fmla="val 49966" name="adj1"/>
            </a:avLst>
          </a:prstGeom>
          <a:noFill/>
          <a:ln cap="flat" cmpd="sng" w="40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3"/>
          <p:cNvSpPr/>
          <p:nvPr/>
        </p:nvSpPr>
        <p:spPr>
          <a:xfrm>
            <a:off x="2572600" y="1118003"/>
            <a:ext cx="367200" cy="119400"/>
          </a:xfrm>
          <a:prstGeom prst="rect">
            <a:avLst/>
          </a:prstGeom>
          <a:solidFill>
            <a:schemeClr val="lt2"/>
          </a:solidFill>
          <a:ln cap="flat" cmpd="sng" w="3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150" lIns="32150" spcFirstLastPara="1" rIns="32150" wrap="square" tIns="3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586">
                <a:solidFill>
                  <a:schemeClr val="dk1"/>
                </a:solidFill>
              </a:rPr>
              <a:t>F07_03</a:t>
            </a:r>
            <a:endParaRPr sz="492"/>
          </a:p>
        </p:txBody>
      </p:sp>
      <p:cxnSp>
        <p:nvCxnSpPr>
          <p:cNvPr id="63" name="Google Shape;63;p13"/>
          <p:cNvCxnSpPr>
            <a:stCxn id="62" idx="3"/>
            <a:endCxn id="60" idx="0"/>
          </p:cNvCxnSpPr>
          <p:nvPr/>
        </p:nvCxnSpPr>
        <p:spPr>
          <a:xfrm>
            <a:off x="2939800" y="1177703"/>
            <a:ext cx="474600" cy="348000"/>
          </a:xfrm>
          <a:prstGeom prst="bentConnector2">
            <a:avLst/>
          </a:prstGeom>
          <a:noFill/>
          <a:ln cap="flat" cmpd="sng" w="33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3"/>
          <p:cNvSpPr/>
          <p:nvPr/>
        </p:nvSpPr>
        <p:spPr>
          <a:xfrm>
            <a:off x="3399985" y="1107052"/>
            <a:ext cx="437100" cy="141900"/>
          </a:xfrm>
          <a:prstGeom prst="rect">
            <a:avLst/>
          </a:prstGeom>
          <a:solidFill>
            <a:schemeClr val="lt2"/>
          </a:solidFill>
          <a:ln cap="flat" cmpd="sng" w="4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275" lIns="38275" spcFirstLastPara="1" rIns="38275" wrap="square" tIns="3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586">
                <a:solidFill>
                  <a:schemeClr val="dk1"/>
                </a:solidFill>
              </a:rPr>
              <a:t>F07_05</a:t>
            </a:r>
            <a:endParaRPr sz="586"/>
          </a:p>
        </p:txBody>
      </p:sp>
      <p:sp>
        <p:nvSpPr>
          <p:cNvPr id="55" name="Google Shape;55;p13"/>
          <p:cNvSpPr/>
          <p:nvPr/>
        </p:nvSpPr>
        <p:spPr>
          <a:xfrm>
            <a:off x="6571500" y="1840475"/>
            <a:ext cx="1044000" cy="33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F10</a:t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8048268" y="1840475"/>
            <a:ext cx="1044000" cy="33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F12</a:t>
            </a:r>
            <a:endParaRPr/>
          </a:p>
        </p:txBody>
      </p:sp>
      <p:cxnSp>
        <p:nvCxnSpPr>
          <p:cNvPr id="66" name="Google Shape;66;p13"/>
          <p:cNvCxnSpPr>
            <a:stCxn id="55" idx="3"/>
            <a:endCxn id="65" idx="1"/>
          </p:cNvCxnSpPr>
          <p:nvPr/>
        </p:nvCxnSpPr>
        <p:spPr>
          <a:xfrm>
            <a:off x="7615500" y="2010125"/>
            <a:ext cx="432900" cy="6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3"/>
          <p:cNvSpPr/>
          <p:nvPr/>
        </p:nvSpPr>
        <p:spPr>
          <a:xfrm>
            <a:off x="2939800" y="1807650"/>
            <a:ext cx="179100" cy="74400"/>
          </a:xfrm>
          <a:prstGeom prst="rect">
            <a:avLst/>
          </a:prstGeom>
          <a:solidFill>
            <a:schemeClr val="lt2"/>
          </a:solidFill>
          <a:ln cap="flat" cmpd="sng" w="1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75" lIns="11475" spcFirstLastPara="1" rIns="11475" wrap="square" tIns="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">
                <a:solidFill>
                  <a:schemeClr val="dk1"/>
                </a:solidFill>
              </a:rPr>
              <a:t>F07_04_01</a:t>
            </a:r>
            <a:endParaRPr sz="100"/>
          </a:p>
        </p:txBody>
      </p:sp>
      <p:sp>
        <p:nvSpPr>
          <p:cNvPr id="68" name="Google Shape;68;p13"/>
          <p:cNvSpPr/>
          <p:nvPr/>
        </p:nvSpPr>
        <p:spPr>
          <a:xfrm>
            <a:off x="3266951" y="1787999"/>
            <a:ext cx="201900" cy="74400"/>
          </a:xfrm>
          <a:prstGeom prst="rect">
            <a:avLst/>
          </a:prstGeom>
          <a:solidFill>
            <a:schemeClr val="lt2"/>
          </a:solidFill>
          <a:ln cap="flat" cmpd="sng" w="1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75" lIns="11475" spcFirstLastPara="1" rIns="11475" wrap="square" tIns="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">
                <a:solidFill>
                  <a:schemeClr val="dk1"/>
                </a:solidFill>
              </a:rPr>
              <a:t>F07_04_02</a:t>
            </a:r>
            <a:endParaRPr sz="100"/>
          </a:p>
        </p:txBody>
      </p:sp>
      <p:cxnSp>
        <p:nvCxnSpPr>
          <p:cNvPr id="69" name="Google Shape;69;p13"/>
          <p:cNvCxnSpPr>
            <a:stCxn id="67" idx="3"/>
            <a:endCxn id="68" idx="1"/>
          </p:cNvCxnSpPr>
          <p:nvPr/>
        </p:nvCxnSpPr>
        <p:spPr>
          <a:xfrm flipH="1" rot="10800000">
            <a:off x="3118900" y="1825050"/>
            <a:ext cx="148200" cy="19800"/>
          </a:xfrm>
          <a:prstGeom prst="bentConnector3">
            <a:avLst>
              <a:gd fmla="val 49950" name="adj1"/>
            </a:avLst>
          </a:prstGeom>
          <a:noFill/>
          <a:ln cap="flat" cmpd="sng" w="1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>
            <a:stCxn id="68" idx="3"/>
            <a:endCxn id="71" idx="1"/>
          </p:cNvCxnSpPr>
          <p:nvPr/>
        </p:nvCxnSpPr>
        <p:spPr>
          <a:xfrm flipH="1" rot="10800000">
            <a:off x="3468851" y="1819499"/>
            <a:ext cx="130800" cy="5700"/>
          </a:xfrm>
          <a:prstGeom prst="bentConnector3">
            <a:avLst>
              <a:gd fmla="val 50048" name="adj1"/>
            </a:avLst>
          </a:prstGeom>
          <a:noFill/>
          <a:ln cap="flat" cmpd="sng" w="1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3"/>
          <p:cNvSpPr/>
          <p:nvPr/>
        </p:nvSpPr>
        <p:spPr>
          <a:xfrm>
            <a:off x="3599776" y="1798474"/>
            <a:ext cx="197700" cy="42000"/>
          </a:xfrm>
          <a:prstGeom prst="rect">
            <a:avLst/>
          </a:prstGeom>
          <a:solidFill>
            <a:schemeClr val="lt2"/>
          </a:solidFill>
          <a:ln cap="flat" cmpd="sng" w="1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75" lIns="11475" spcFirstLastPara="1" rIns="11475" wrap="square" tIns="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">
                <a:solidFill>
                  <a:schemeClr val="dk1"/>
                </a:solidFill>
              </a:rPr>
              <a:t>F07_04_03</a:t>
            </a:r>
            <a:endParaRPr sz="100"/>
          </a:p>
        </p:txBody>
      </p:sp>
      <p:cxnSp>
        <p:nvCxnSpPr>
          <p:cNvPr id="72" name="Google Shape;72;p13"/>
          <p:cNvCxnSpPr>
            <a:stCxn id="55" idx="2"/>
            <a:endCxn id="73" idx="3"/>
          </p:cNvCxnSpPr>
          <p:nvPr/>
        </p:nvCxnSpPr>
        <p:spPr>
          <a:xfrm rot="5400000">
            <a:off x="5550900" y="1509875"/>
            <a:ext cx="872700" cy="2212500"/>
          </a:xfrm>
          <a:prstGeom prst="bentConnector2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>
            <a:stCxn id="55" idx="1"/>
            <a:endCxn id="58" idx="3"/>
          </p:cNvCxnSpPr>
          <p:nvPr/>
        </p:nvCxnSpPr>
        <p:spPr>
          <a:xfrm rot="10800000">
            <a:off x="6063300" y="1765625"/>
            <a:ext cx="508200" cy="2445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3"/>
          <p:cNvSpPr/>
          <p:nvPr/>
        </p:nvSpPr>
        <p:spPr>
          <a:xfrm>
            <a:off x="1578125" y="2900275"/>
            <a:ext cx="1044000" cy="33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F08</a:t>
            </a:r>
            <a:endParaRPr/>
          </a:p>
        </p:txBody>
      </p:sp>
      <p:cxnSp>
        <p:nvCxnSpPr>
          <p:cNvPr id="76" name="Google Shape;76;p13"/>
          <p:cNvCxnSpPr>
            <a:stCxn id="75" idx="3"/>
            <a:endCxn id="73" idx="1"/>
          </p:cNvCxnSpPr>
          <p:nvPr/>
        </p:nvCxnSpPr>
        <p:spPr>
          <a:xfrm flipH="1" rot="10800000">
            <a:off x="2622125" y="3052525"/>
            <a:ext cx="1215000" cy="174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>
            <a:stCxn id="75" idx="1"/>
            <a:endCxn id="57" idx="3"/>
          </p:cNvCxnSpPr>
          <p:nvPr/>
        </p:nvCxnSpPr>
        <p:spPr>
          <a:xfrm rot="10800000">
            <a:off x="1399025" y="605425"/>
            <a:ext cx="179100" cy="2464500"/>
          </a:xfrm>
          <a:prstGeom prst="bentConnector3">
            <a:avLst>
              <a:gd fmla="val 5003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>
            <a:stCxn id="57" idx="3"/>
            <a:endCxn id="58" idx="0"/>
          </p:cNvCxnSpPr>
          <p:nvPr/>
        </p:nvCxnSpPr>
        <p:spPr>
          <a:xfrm>
            <a:off x="1398900" y="605450"/>
            <a:ext cx="2515800" cy="1074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3"/>
          <p:cNvSpPr/>
          <p:nvPr/>
        </p:nvSpPr>
        <p:spPr>
          <a:xfrm>
            <a:off x="1949200" y="1738178"/>
            <a:ext cx="367200" cy="119400"/>
          </a:xfrm>
          <a:prstGeom prst="rect">
            <a:avLst/>
          </a:prstGeom>
          <a:solidFill>
            <a:schemeClr val="lt2"/>
          </a:solidFill>
          <a:ln cap="flat" cmpd="sng" w="3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150" lIns="32150" spcFirstLastPara="1" rIns="32150" wrap="square" tIns="3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586">
                <a:solidFill>
                  <a:schemeClr val="dk1"/>
                </a:solidFill>
              </a:rPr>
              <a:t>F07_02</a:t>
            </a:r>
            <a:endParaRPr sz="492"/>
          </a:p>
        </p:txBody>
      </p:sp>
      <p:cxnSp>
        <p:nvCxnSpPr>
          <p:cNvPr id="80" name="Google Shape;80;p13"/>
          <p:cNvCxnSpPr>
            <a:stCxn id="79" idx="3"/>
            <a:endCxn id="60" idx="1"/>
          </p:cNvCxnSpPr>
          <p:nvPr/>
        </p:nvCxnSpPr>
        <p:spPr>
          <a:xfrm>
            <a:off x="2316400" y="1797878"/>
            <a:ext cx="612000" cy="600"/>
          </a:xfrm>
          <a:prstGeom prst="bentConnector3">
            <a:avLst>
              <a:gd fmla="val 49993" name="adj1"/>
            </a:avLst>
          </a:prstGeom>
          <a:noFill/>
          <a:ln cap="flat" cmpd="sng" w="33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>
            <a:stCxn id="62" idx="3"/>
            <a:endCxn id="64" idx="1"/>
          </p:cNvCxnSpPr>
          <p:nvPr/>
        </p:nvCxnSpPr>
        <p:spPr>
          <a:xfrm>
            <a:off x="2939800" y="1177703"/>
            <a:ext cx="460200" cy="600"/>
          </a:xfrm>
          <a:prstGeom prst="bentConnector3">
            <a:avLst>
              <a:gd fmla="val 49998" name="adj1"/>
            </a:avLst>
          </a:prstGeom>
          <a:noFill/>
          <a:ln cap="flat" cmpd="sng" w="40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3"/>
          <p:cNvSpPr/>
          <p:nvPr/>
        </p:nvSpPr>
        <p:spPr>
          <a:xfrm>
            <a:off x="3837075" y="2882900"/>
            <a:ext cx="1044000" cy="33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F08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8100000" y="2446475"/>
            <a:ext cx="1044000" cy="33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